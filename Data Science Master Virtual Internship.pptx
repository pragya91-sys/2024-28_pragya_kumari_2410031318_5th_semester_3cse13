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program, and the internship duration/objective.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six-stage workflow and the end-to-end pipeline followed for the internship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core Python data-science stack plus SQL and Git/GitHub for version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CRISP-DM aligned methodology and the specific practical skills exercised at each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skills gained, certificate, final grade, and the summary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005840"/>
            <a:ext cx="1188720" cy="36576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778240" y="1005840"/>
            <a:ext cx="640080" cy="91440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149840" y="1371600"/>
            <a:ext cx="457200" cy="100584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920240"/>
            <a:ext cx="1371600" cy="45720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149840" y="2011680"/>
            <a:ext cx="1188720" cy="36576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1920240"/>
            <a:ext cx="365760" cy="109728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377440"/>
            <a:ext cx="548640" cy="100584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3017520"/>
            <a:ext cx="1554480" cy="36576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8595360" y="3017520"/>
            <a:ext cx="548640" cy="91440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0" y="2011680"/>
            <a:ext cx="91440" cy="155448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9966960" y="3383280"/>
            <a:ext cx="731520" cy="91440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3931920"/>
            <a:ext cx="1371600" cy="36576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11064240" y="3566160"/>
            <a:ext cx="365760" cy="118872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66960" y="4297680"/>
            <a:ext cx="1097280" cy="45720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9052560" y="4297680"/>
            <a:ext cx="914400" cy="73152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3931920"/>
            <a:ext cx="457200" cy="109728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6024" y="923544"/>
            <a:ext cx="164592" cy="164592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56748" y="1321308"/>
            <a:ext cx="100584" cy="100584"/>
          </a:xfrm>
          <a:prstGeom prst="ellipse">
            <a:avLst/>
          </a:prstGeom>
          <a:solidFill>
            <a:srgbClr val="3A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8727948" y="1869948"/>
            <a:ext cx="100584" cy="100584"/>
          </a:xfrm>
          <a:prstGeom prst="ellipse">
            <a:avLst/>
          </a:prstGeom>
          <a:solidFill>
            <a:srgbClr val="3A5A8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67544" y="2295144"/>
            <a:ext cx="164592" cy="164592"/>
          </a:xfrm>
          <a:prstGeom prst="ellipse">
            <a:avLst/>
          </a:prstGeom>
          <a:solidFill>
            <a:srgbClr val="3A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88268" y="1961388"/>
            <a:ext cx="100584" cy="100584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23" name="Shape 21"/>
          <p:cNvSpPr/>
          <p:nvPr/>
        </p:nvSpPr>
        <p:spPr>
          <a:xfrm>
            <a:off x="9093708" y="2967228"/>
            <a:ext cx="100584" cy="100584"/>
          </a:xfrm>
          <a:prstGeom prst="ellipse">
            <a:avLst/>
          </a:prstGeom>
          <a:solidFill>
            <a:srgbClr val="3A5A82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16184" y="3300984"/>
            <a:ext cx="164592" cy="164592"/>
          </a:xfrm>
          <a:prstGeom prst="ellipse">
            <a:avLst/>
          </a:prstGeom>
          <a:solidFill>
            <a:srgbClr val="3A5A82"/>
          </a:solidFill>
          <a:ln/>
        </p:spPr>
      </p:sp>
      <p:sp>
        <p:nvSpPr>
          <p:cNvPr id="25" name="Shape 23"/>
          <p:cNvSpPr/>
          <p:nvPr/>
        </p:nvSpPr>
        <p:spPr>
          <a:xfrm>
            <a:off x="8545068" y="3881628"/>
            <a:ext cx="100584" cy="100584"/>
          </a:xfrm>
          <a:prstGeom prst="ellipse">
            <a:avLst/>
          </a:prstGeom>
          <a:solidFill>
            <a:srgbClr val="3A5A82"/>
          </a:solidFill>
          <a:ln/>
        </p:spPr>
      </p:sp>
      <p:sp>
        <p:nvSpPr>
          <p:cNvPr id="26" name="Shape 24"/>
          <p:cNvSpPr/>
          <p:nvPr/>
        </p:nvSpPr>
        <p:spPr>
          <a:xfrm>
            <a:off x="11379708" y="3515868"/>
            <a:ext cx="100584" cy="100584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27" name="Shape 25"/>
          <p:cNvSpPr/>
          <p:nvPr/>
        </p:nvSpPr>
        <p:spPr>
          <a:xfrm>
            <a:off x="9884664" y="4215384"/>
            <a:ext cx="164592" cy="164592"/>
          </a:xfrm>
          <a:prstGeom prst="ellipse">
            <a:avLst/>
          </a:prstGeom>
          <a:solidFill>
            <a:srgbClr val="3A5A82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13948" y="4704588"/>
            <a:ext cx="100584" cy="100584"/>
          </a:xfrm>
          <a:prstGeom prst="ellipse">
            <a:avLst/>
          </a:prstGeom>
          <a:solidFill>
            <a:srgbClr val="3A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9002268" y="4978908"/>
            <a:ext cx="100584" cy="100584"/>
          </a:xfrm>
          <a:prstGeom prst="ellipse">
            <a:avLst/>
          </a:prstGeom>
          <a:solidFill>
            <a:srgbClr val="3A5A82"/>
          </a:solidFill>
          <a:ln/>
        </p:spPr>
      </p:sp>
      <p:sp>
        <p:nvSpPr>
          <p:cNvPr id="30" name="Shape 28"/>
          <p:cNvSpPr/>
          <p:nvPr/>
        </p:nvSpPr>
        <p:spPr>
          <a:xfrm>
            <a:off x="8732520" y="685800"/>
            <a:ext cx="603504" cy="603504"/>
          </a:xfrm>
          <a:prstGeom prst="ellipse">
            <a:avLst/>
          </a:prstGeom>
          <a:solidFill>
            <a:srgbClr val="132C4F"/>
          </a:solidFill>
          <a:ln w="19050">
            <a:solidFill>
              <a:srgbClr val="00B8A9"/>
            </a:solidFill>
            <a:prstDash val="solid"/>
          </a:ln>
        </p:spPr>
      </p:sp>
      <p:pic>
        <p:nvPicPr>
          <p:cNvPr id="31" name="Image 0" descr="/home/claude/ds_intern_pptx/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822960"/>
            <a:ext cx="329184" cy="329184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10972800" y="1600200"/>
            <a:ext cx="603504" cy="603504"/>
          </a:xfrm>
          <a:prstGeom prst="ellipse">
            <a:avLst/>
          </a:prstGeom>
          <a:solidFill>
            <a:srgbClr val="132C4F"/>
          </a:solidFill>
          <a:ln w="19050">
            <a:solidFill>
              <a:srgbClr val="00B8A9"/>
            </a:solidFill>
            <a:prstDash val="solid"/>
          </a:ln>
        </p:spPr>
      </p:sp>
      <p:pic>
        <p:nvPicPr>
          <p:cNvPr id="33" name="Image 1" descr="/home/claude/ds_intern_pptx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737360"/>
            <a:ext cx="329184" cy="329184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8366760" y="2788920"/>
            <a:ext cx="603504" cy="603504"/>
          </a:xfrm>
          <a:prstGeom prst="ellipse">
            <a:avLst/>
          </a:prstGeom>
          <a:solidFill>
            <a:srgbClr val="132C4F"/>
          </a:solidFill>
          <a:ln w="19050">
            <a:solidFill>
              <a:srgbClr val="00B8A9"/>
            </a:solidFill>
            <a:prstDash val="solid"/>
          </a:ln>
        </p:spPr>
      </p:sp>
      <p:pic>
        <p:nvPicPr>
          <p:cNvPr id="35" name="Image 2" descr="/home/claude/ds_intern_pptx/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926080"/>
            <a:ext cx="329184" cy="329184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11475720" y="4160520"/>
            <a:ext cx="603504" cy="603504"/>
          </a:xfrm>
          <a:prstGeom prst="ellipse">
            <a:avLst/>
          </a:prstGeom>
          <a:solidFill>
            <a:srgbClr val="132C4F"/>
          </a:solidFill>
          <a:ln w="19050">
            <a:solidFill>
              <a:srgbClr val="00B8A9"/>
            </a:solidFill>
            <a:prstDash val="solid"/>
          </a:ln>
        </p:spPr>
      </p:sp>
      <p:pic>
        <p:nvPicPr>
          <p:cNvPr id="37" name="Image 3" descr="/home/claude/ds_intern_pptx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0" y="4297680"/>
            <a:ext cx="329184" cy="329184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9601200" y="5440680"/>
            <a:ext cx="603504" cy="603504"/>
          </a:xfrm>
          <a:prstGeom prst="ellipse">
            <a:avLst/>
          </a:prstGeom>
          <a:solidFill>
            <a:srgbClr val="132C4F"/>
          </a:solidFill>
          <a:ln w="19050">
            <a:solidFill>
              <a:srgbClr val="00B8A9"/>
            </a:solidFill>
            <a:prstDash val="solid"/>
          </a:ln>
        </p:spPr>
      </p:sp>
      <p:pic>
        <p:nvPicPr>
          <p:cNvPr id="39" name="Image 4" descr="/home/claude/ds_intern_pptx/icons/sklea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5577840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400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– EDUSKILLS  |  DATA SCIENCE MASTER VIRTUAL INTERNSHIP</a:t>
            </a:r>
            <a:endParaRPr lang="en-US" sz="1250" dirty="0"/>
          </a:p>
        </p:txBody>
      </p:sp>
      <p:sp>
        <p:nvSpPr>
          <p:cNvPr id="41" name="Text 34"/>
          <p:cNvSpPr txBox="1"/>
          <p:nvPr/>
        </p:nvSpPr>
        <p:spPr>
          <a:xfrm>
            <a:off x="621792" y="96012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Master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4000" dirty="0"/>
          </a:p>
        </p:txBody>
      </p:sp>
      <p:sp>
        <p:nvSpPr>
          <p:cNvPr id="42" name="Text 35"/>
          <p:cNvSpPr txBox="1"/>
          <p:nvPr/>
        </p:nvSpPr>
        <p:spPr>
          <a:xfrm>
            <a:off x="640080" y="24871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&amp; Learning Outcomes</a:t>
            </a:r>
            <a:endParaRPr lang="en-US" sz="1800" dirty="0"/>
          </a:p>
        </p:txBody>
      </p:sp>
      <p:sp>
        <p:nvSpPr>
          <p:cNvPr id="43" name="Shape 36"/>
          <p:cNvSpPr/>
          <p:nvPr/>
        </p:nvSpPr>
        <p:spPr>
          <a:xfrm>
            <a:off x="640080" y="3063240"/>
            <a:ext cx="5852160" cy="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640080" y="33101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2606040" y="32826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Pragya Kumari</a:t>
            </a:r>
            <a:endParaRPr lang="en-US" sz="1450" dirty="0"/>
          </a:p>
        </p:txBody>
      </p:sp>
      <p:sp>
        <p:nvSpPr>
          <p:cNvPr id="46" name="Text 39"/>
          <p:cNvSpPr txBox="1"/>
          <p:nvPr/>
        </p:nvSpPr>
        <p:spPr>
          <a:xfrm>
            <a:off x="640080" y="37856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2606040" y="37581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IILM University, Greater Noida</a:t>
            </a:r>
            <a:endParaRPr lang="en-US" sz="1450" dirty="0"/>
          </a:p>
        </p:txBody>
      </p:sp>
      <p:sp>
        <p:nvSpPr>
          <p:cNvPr id="48" name="Text 41"/>
          <p:cNvSpPr txBox="1"/>
          <p:nvPr/>
        </p:nvSpPr>
        <p:spPr>
          <a:xfrm>
            <a:off x="640080" y="42611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2606040" y="42336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 |  April – June 2026</a:t>
            </a:r>
            <a:endParaRPr lang="en-US" sz="1450" dirty="0"/>
          </a:p>
        </p:txBody>
      </p:sp>
      <p:sp>
        <p:nvSpPr>
          <p:cNvPr id="50" name="Text 43"/>
          <p:cNvSpPr txBox="1"/>
          <p:nvPr/>
        </p:nvSpPr>
        <p:spPr>
          <a:xfrm>
            <a:off x="640080" y="4736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SUPPORT</a:t>
            </a:r>
            <a:endParaRPr lang="en-US" sz="1100" dirty="0"/>
          </a:p>
        </p:txBody>
      </p:sp>
      <p:sp>
        <p:nvSpPr>
          <p:cNvPr id="51" name="Text 44"/>
          <p:cNvSpPr txBox="1"/>
          <p:nvPr/>
        </p:nvSpPr>
        <p:spPr>
          <a:xfrm>
            <a:off x="2606040" y="47091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Industry Software (India) Pvt. Ltd.</a:t>
            </a:r>
            <a:endParaRPr lang="en-US" sz="1450" dirty="0"/>
          </a:p>
        </p:txBody>
      </p:sp>
      <p:sp>
        <p:nvSpPr>
          <p:cNvPr id="52" name="Shape 45"/>
          <p:cNvSpPr/>
          <p:nvPr/>
        </p:nvSpPr>
        <p:spPr>
          <a:xfrm>
            <a:off x="640080" y="5349240"/>
            <a:ext cx="7452360" cy="1005840"/>
          </a:xfrm>
          <a:prstGeom prst="roundRect">
            <a:avLst>
              <a:gd name="adj" fmla="val 9091"/>
            </a:avLst>
          </a:prstGeom>
          <a:solidFill>
            <a:srgbClr val="132C4F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868680" y="546811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endParaRPr lang="en-US" sz="1100" dirty="0"/>
          </a:p>
        </p:txBody>
      </p:sp>
      <p:sp>
        <p:nvSpPr>
          <p:cNvPr id="54" name="Text 47"/>
          <p:cNvSpPr txBox="1"/>
          <p:nvPr/>
        </p:nvSpPr>
        <p:spPr>
          <a:xfrm>
            <a:off x="868680" y="571500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practical skills in data science, statistical analysis, data visualization, and machine learning through a structured, hands-on virtual internship.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Done During the Internship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six-stage hands-on workflow completed across the internship modules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40156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81528" y="153619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41248" y="1682496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7" name="Image 0" descr="/home/claude/ds_intern_pptx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013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" y="232257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706624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understanding datasets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059936" y="2272284"/>
            <a:ext cx="201168" cy="201168"/>
          </a:xfrm>
          <a:prstGeom prst="chevron">
            <a:avLst/>
          </a:prstGeom>
          <a:solidFill>
            <a:srgbClr val="B9CADA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0" y="1481328"/>
            <a:ext cx="340156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39128" y="153619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498848" y="1682496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14" name="Image 1" descr="/home/claude/ds_intern_pptx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80136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98848" y="232257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498848" y="277977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missing/inconsistent data and preparing datasets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17536" y="2272284"/>
            <a:ext cx="201168" cy="201168"/>
          </a:xfrm>
          <a:prstGeom prst="chevron">
            <a:avLst/>
          </a:prstGeom>
          <a:solidFill>
            <a:srgbClr val="B9CADA"/>
          </a:solidFill>
          <a:ln/>
        </p:spPr>
      </p:sp>
      <p:sp>
        <p:nvSpPr>
          <p:cNvPr id="18" name="Shape 14"/>
          <p:cNvSpPr/>
          <p:nvPr/>
        </p:nvSpPr>
        <p:spPr>
          <a:xfrm>
            <a:off x="7955280" y="1481328"/>
            <a:ext cx="340156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0396728" y="153619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8156448" y="1682496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21" name="Image 2" descr="/home/claude/ds_intern_pptx/icons/sco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80136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56448" y="232257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156448" y="2779776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patterns, trends, and relationships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" y="3557016"/>
            <a:ext cx="340156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3081528" y="36118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Shape 21"/>
          <p:cNvSpPr/>
          <p:nvPr/>
        </p:nvSpPr>
        <p:spPr>
          <a:xfrm>
            <a:off x="841248" y="3758184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27" name="Image 3" descr="/home/claude/ds_intern_pptx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87705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41248" y="4398264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41248" y="478231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data into meaningful features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059936" y="4347972"/>
            <a:ext cx="201168" cy="201168"/>
          </a:xfrm>
          <a:prstGeom prst="chevron">
            <a:avLst/>
          </a:prstGeom>
          <a:solidFill>
            <a:srgbClr val="B9CADA"/>
          </a:solidFill>
          <a:ln/>
        </p:spPr>
      </p:sp>
      <p:sp>
        <p:nvSpPr>
          <p:cNvPr id="31" name="Shape 25"/>
          <p:cNvSpPr/>
          <p:nvPr/>
        </p:nvSpPr>
        <p:spPr>
          <a:xfrm>
            <a:off x="4297680" y="3557016"/>
            <a:ext cx="340156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739128" y="36118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Shape 27"/>
          <p:cNvSpPr/>
          <p:nvPr/>
        </p:nvSpPr>
        <p:spPr>
          <a:xfrm>
            <a:off x="4498848" y="3758184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34" name="Image 4" descr="/home/claude/ds_intern_pptx/icons/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877056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498848" y="4398264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4498848" y="478231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basic prediction/classification models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717536" y="4347972"/>
            <a:ext cx="201168" cy="201168"/>
          </a:xfrm>
          <a:prstGeom prst="chevron">
            <a:avLst/>
          </a:prstGeom>
          <a:solidFill>
            <a:srgbClr val="B9CADA"/>
          </a:solidFill>
          <a:ln/>
        </p:spPr>
      </p:sp>
      <p:sp>
        <p:nvSpPr>
          <p:cNvPr id="38" name="Shape 31"/>
          <p:cNvSpPr/>
          <p:nvPr/>
        </p:nvSpPr>
        <p:spPr>
          <a:xfrm>
            <a:off x="7955280" y="3557016"/>
            <a:ext cx="3401568" cy="178308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10396728" y="36118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40" name="Shape 33"/>
          <p:cNvSpPr/>
          <p:nvPr/>
        </p:nvSpPr>
        <p:spPr>
          <a:xfrm>
            <a:off x="8156448" y="3758184"/>
            <a:ext cx="512064" cy="512064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41" name="Image 5" descr="/home/claude/ds_intern_pptx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877056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156448" y="4398264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8156448" y="478231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model performance and interpreting results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640080" y="5806440"/>
            <a:ext cx="10908792" cy="685800"/>
          </a:xfrm>
          <a:prstGeom prst="roundRect">
            <a:avLst>
              <a:gd name="adj" fmla="val 12000"/>
            </a:avLst>
          </a:prstGeom>
          <a:solidFill>
            <a:srgbClr val="0B1F3B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640080" y="5806440"/>
            <a:ext cx="1558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1942447" y="58064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Text 39"/>
          <p:cNvSpPr txBox="1"/>
          <p:nvPr/>
        </p:nvSpPr>
        <p:spPr>
          <a:xfrm>
            <a:off x="2198479" y="5806440"/>
            <a:ext cx="1558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48" name="Text 40"/>
          <p:cNvSpPr txBox="1"/>
          <p:nvPr/>
        </p:nvSpPr>
        <p:spPr>
          <a:xfrm>
            <a:off x="3500846" y="58064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3756878" y="5806440"/>
            <a:ext cx="1558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5059245" y="58064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Text 43"/>
          <p:cNvSpPr txBox="1"/>
          <p:nvPr/>
        </p:nvSpPr>
        <p:spPr>
          <a:xfrm>
            <a:off x="5315277" y="5806440"/>
            <a:ext cx="1558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52" name="Text 44"/>
          <p:cNvSpPr txBox="1"/>
          <p:nvPr/>
        </p:nvSpPr>
        <p:spPr>
          <a:xfrm>
            <a:off x="6617643" y="58064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6873675" y="5806440"/>
            <a:ext cx="1558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200" dirty="0"/>
          </a:p>
        </p:txBody>
      </p:sp>
      <p:sp>
        <p:nvSpPr>
          <p:cNvPr id="54" name="Text 46"/>
          <p:cNvSpPr txBox="1"/>
          <p:nvPr/>
        </p:nvSpPr>
        <p:spPr>
          <a:xfrm>
            <a:off x="8176042" y="58064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Text 47"/>
          <p:cNvSpPr txBox="1"/>
          <p:nvPr/>
        </p:nvSpPr>
        <p:spPr>
          <a:xfrm>
            <a:off x="8432074" y="5806440"/>
            <a:ext cx="1558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56" name="Text 48"/>
          <p:cNvSpPr txBox="1"/>
          <p:nvPr/>
        </p:nvSpPr>
        <p:spPr>
          <a:xfrm>
            <a:off x="9734441" y="58064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7" name="Text 49"/>
          <p:cNvSpPr txBox="1"/>
          <p:nvPr/>
        </p:nvSpPr>
        <p:spPr>
          <a:xfrm>
            <a:off x="9990473" y="5806440"/>
            <a:ext cx="1558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toolkit used across data handling, analysis, modelling, and version control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51176" cy="205740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/>
        </p:spPr>
      </p:sp>
      <p:sp>
        <p:nvSpPr>
          <p:cNvPr id="5" name="Shape 3"/>
          <p:cNvSpPr/>
          <p:nvPr/>
        </p:nvSpPr>
        <p:spPr>
          <a:xfrm>
            <a:off x="1568196" y="1764792"/>
            <a:ext cx="694944" cy="694944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6" name="Image 0" descr="/home/claude/ds_intern_pptx/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19202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" y="258775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99008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and data analysis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10712" y="1508760"/>
            <a:ext cx="2551176" cy="205740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4338828" y="1764792"/>
            <a:ext cx="694944" cy="694944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1" name="Image 1" descr="/home/claude/ds_intern_pptx/icons/jupy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19202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258775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Colab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557016" y="299008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81344" y="1508760"/>
            <a:ext cx="2551176" cy="205740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109460" y="1764792"/>
            <a:ext cx="694944" cy="694944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6" name="Image 2" descr="/home/claude/ds_intern_pptx/icons/pand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08" y="19202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58775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327648" y="299008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and numerical operations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51976" y="1508760"/>
            <a:ext cx="2551176" cy="205740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880092" y="1764792"/>
            <a:ext cx="694944" cy="694944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21" name="Image 3" descr="/home/claude/ds_intern_pptx/icons/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192024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79992" y="258775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098280" y="299008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3822192"/>
            <a:ext cx="2551176" cy="2057400"/>
          </a:xfrm>
          <a:prstGeom prst="roundRect">
            <a:avLst>
              <a:gd name="adj" fmla="val 4444"/>
            </a:avLst>
          </a:prstGeom>
          <a:solidFill>
            <a:srgbClr val="EAF1F7"/>
          </a:solidFill>
          <a:ln/>
        </p:spPr>
      </p:sp>
      <p:sp>
        <p:nvSpPr>
          <p:cNvPr id="25" name="Shape 19"/>
          <p:cNvSpPr/>
          <p:nvPr/>
        </p:nvSpPr>
        <p:spPr>
          <a:xfrm>
            <a:off x="1568196" y="4078224"/>
            <a:ext cx="694944" cy="694944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26" name="Image 4" descr="/home/claude/ds_intern_pptx/icons/sklea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644" y="423367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68096" y="4901184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86384" y="530352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410712" y="3822192"/>
            <a:ext cx="2551176" cy="2057400"/>
          </a:xfrm>
          <a:prstGeom prst="roundRect">
            <a:avLst>
              <a:gd name="adj" fmla="val 4444"/>
            </a:avLst>
          </a:prstGeom>
          <a:solidFill>
            <a:srgbClr val="EAF1F7"/>
          </a:solidFill>
          <a:ln/>
        </p:spPr>
      </p:sp>
      <p:sp>
        <p:nvSpPr>
          <p:cNvPr id="30" name="Shape 23"/>
          <p:cNvSpPr/>
          <p:nvPr/>
        </p:nvSpPr>
        <p:spPr>
          <a:xfrm>
            <a:off x="4338828" y="4078224"/>
            <a:ext cx="694944" cy="694944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31" name="Image 5" descr="/home/claude/ds_intern_pptx/icons/mysq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4276" y="4233672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38728" y="4901184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3557016" y="530352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querying and data extraction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81344" y="3822192"/>
            <a:ext cx="2551176" cy="2057400"/>
          </a:xfrm>
          <a:prstGeom prst="roundRect">
            <a:avLst>
              <a:gd name="adj" fmla="val 4444"/>
            </a:avLst>
          </a:prstGeom>
          <a:solidFill>
            <a:srgbClr val="EAF1F7"/>
          </a:solidFill>
          <a:ln/>
        </p:spPr>
      </p:sp>
      <p:sp>
        <p:nvSpPr>
          <p:cNvPr id="35" name="Shape 27"/>
          <p:cNvSpPr/>
          <p:nvPr/>
        </p:nvSpPr>
        <p:spPr>
          <a:xfrm>
            <a:off x="7109460" y="4078224"/>
            <a:ext cx="694944" cy="694944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36" name="Image 6" descr="/home/claude/ds_intern_pptx/icons/githu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4908" y="4233672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09360" y="4901184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327648" y="530352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951976" y="3822192"/>
            <a:ext cx="2551176" cy="2057400"/>
          </a:xfrm>
          <a:prstGeom prst="roundRect">
            <a:avLst>
              <a:gd name="adj" fmla="val 4444"/>
            </a:avLst>
          </a:prstGeom>
          <a:solidFill>
            <a:srgbClr val="EAF1F7"/>
          </a:solidFill>
          <a:ln/>
        </p:spPr>
      </p:sp>
      <p:sp>
        <p:nvSpPr>
          <p:cNvPr id="40" name="Shape 31"/>
          <p:cNvSpPr/>
          <p:nvPr/>
        </p:nvSpPr>
        <p:spPr>
          <a:xfrm>
            <a:off x="9880092" y="4078224"/>
            <a:ext cx="694944" cy="694944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41" name="Image 7" descr="/home/claude/ds_intern_pptx/icons/gra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5540" y="4233672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079992" y="4901184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AICTE-EduSkills LMS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9098280" y="530352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modules, assignments &amp; assessments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Followed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module-based approach broadly aligned with the CRISP-DM framework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521823" cy="777240"/>
          </a:xfrm>
          <a:prstGeom prst="chevron">
            <a:avLst/>
          </a:prstGeom>
          <a:solidFill>
            <a:srgbClr val="0B1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4212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98479" y="1417320"/>
            <a:ext cx="1521823" cy="777240"/>
          </a:xfrm>
          <a:prstGeom prst="chevron">
            <a:avLst/>
          </a:prstGeom>
          <a:solidFill>
            <a:srgbClr val="0E25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63071" y="1417320"/>
            <a:ext cx="12840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56878" y="1417320"/>
            <a:ext cx="1521823" cy="777240"/>
          </a:xfrm>
          <a:prstGeom prst="chevron">
            <a:avLst/>
          </a:prstGeom>
          <a:solidFill>
            <a:srgbClr val="0B1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21470" y="1417320"/>
            <a:ext cx="12840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15277" y="1417320"/>
            <a:ext cx="1521823" cy="777240"/>
          </a:xfrm>
          <a:prstGeom prst="chevron">
            <a:avLst/>
          </a:prstGeom>
          <a:solidFill>
            <a:srgbClr val="0E25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79869" y="1417320"/>
            <a:ext cx="12840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73675" y="1417320"/>
            <a:ext cx="1521823" cy="777240"/>
          </a:xfrm>
          <a:prstGeom prst="chevron">
            <a:avLst/>
          </a:prstGeom>
          <a:solidFill>
            <a:srgbClr val="0B1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38267" y="1417320"/>
            <a:ext cx="12840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32074" y="1417320"/>
            <a:ext cx="1521823" cy="777240"/>
          </a:xfrm>
          <a:prstGeom prst="chevron">
            <a:avLst/>
          </a:prstGeom>
          <a:solidFill>
            <a:srgbClr val="0E25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6666" y="1417320"/>
            <a:ext cx="12840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990473" y="1417320"/>
            <a:ext cx="1521823" cy="777240"/>
          </a:xfrm>
          <a:prstGeom prst="chevron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55065" y="1417320"/>
            <a:ext cx="12840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514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PRACTICED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907792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F3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" y="3054096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60704" y="290779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inspection and data quality analysis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474720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F3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" y="3621024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60704" y="347472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and outlier handling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041648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F3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86384" y="4187952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60704" y="404164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608576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F3F6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" y="4754880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60704" y="4608576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Visualization-based analysis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91072" y="2907792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F3F6FA"/>
          </a:solidFill>
          <a:ln/>
        </p:spPr>
      </p:sp>
      <p:sp>
        <p:nvSpPr>
          <p:cNvPr id="32" name="Shape 30"/>
          <p:cNvSpPr/>
          <p:nvPr/>
        </p:nvSpPr>
        <p:spPr>
          <a:xfrm>
            <a:off x="6437376" y="3054096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11696" y="290779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application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91072" y="3474720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F3F6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37376" y="3621024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11696" y="347472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1072" y="4041648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F3F6FA"/>
          </a:solidFill>
          <a:ln/>
        </p:spPr>
      </p:sp>
      <p:sp>
        <p:nvSpPr>
          <p:cNvPr id="38" name="Shape 36"/>
          <p:cNvSpPr/>
          <p:nvPr/>
        </p:nvSpPr>
        <p:spPr>
          <a:xfrm>
            <a:off x="6437376" y="4187952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711696" y="404164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of data-driven insights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91072" y="4608576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F3F6FA"/>
          </a:solidFill>
          <a:ln/>
        </p:spPr>
      </p:sp>
      <p:sp>
        <p:nvSpPr>
          <p:cNvPr id="41" name="Shape 39"/>
          <p:cNvSpPr/>
          <p:nvPr/>
        </p:nvSpPr>
        <p:spPr>
          <a:xfrm>
            <a:off x="6437376" y="4754880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11696" y="4608576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of module assignments and final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 &amp; Skills Gained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0" cy="0"/>
          </a:xfrm>
          <a:prstGeom prst="line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2C4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41732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6" name="Image 0" descr="/home/claude/ds_intern_pptx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947672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the end-to-end data science workflow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23444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2C4F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41732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10" name="Image 1" descr="/home/claude/ds_intern_pptx/icons/pyt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1947672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with Python and data science libraries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0" y="123444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2C4F"/>
          </a:solidFill>
          <a:ln/>
        </p:spPr>
      </p:sp>
      <p:sp>
        <p:nvSpPr>
          <p:cNvPr id="13" name="Shape 9"/>
          <p:cNvSpPr/>
          <p:nvPr/>
        </p:nvSpPr>
        <p:spPr>
          <a:xfrm>
            <a:off x="8229600" y="141732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14" name="Image 2" descr="/home/claude/ds_intern_pptx/icons/sco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5270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29600" y="1947672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EDA and data visualization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280720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2C4F"/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" y="2990088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18" name="Image 3" descr="/home/claude/ds_intern_pptx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09981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2960" y="3520440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in basic predictive modelling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43400" y="280720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2C4F"/>
          </a:solidFill>
          <a:ln/>
        </p:spPr>
      </p:sp>
      <p:sp>
        <p:nvSpPr>
          <p:cNvPr id="21" name="Shape 15"/>
          <p:cNvSpPr/>
          <p:nvPr/>
        </p:nvSpPr>
        <p:spPr>
          <a:xfrm>
            <a:off x="4526280" y="2990088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22" name="Image 4" descr="/home/claude/ds_intern_pptx/icons/chart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09981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26280" y="3520440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understanding of statistics and machine learning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046720" y="280720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2C4F"/>
          </a:solidFill>
          <a:ln/>
        </p:spPr>
      </p:sp>
      <p:sp>
        <p:nvSpPr>
          <p:cNvPr id="25" name="Shape 18"/>
          <p:cNvSpPr/>
          <p:nvPr/>
        </p:nvSpPr>
        <p:spPr>
          <a:xfrm>
            <a:off x="8229600" y="2990088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26" name="Image 5" descr="/home/claude/ds_intern_pptx/icons/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3099816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229600" y="3520440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and communicating data-driven insights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4008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132C4F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68680" y="4562856"/>
            <a:ext cx="603504" cy="603504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30" name="Image 6" descr="/home/claude/ds_intern_pptx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700016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627632" y="448970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AICTE-EduSkills Certificate</a:t>
            </a:r>
            <a:endParaRPr lang="en-US" sz="1400" dirty="0"/>
          </a:p>
        </p:txBody>
      </p:sp>
      <p:sp>
        <p:nvSpPr>
          <p:cNvPr id="32" name="Text 23"/>
          <p:cNvSpPr txBox="1"/>
          <p:nvPr/>
        </p:nvSpPr>
        <p:spPr>
          <a:xfrm>
            <a:off x="1627632" y="48280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the Data Science Master Virtual Internship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6172200" y="43434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0B8A9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172200" y="4416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3400" dirty="0"/>
          </a:p>
        </p:txBody>
      </p:sp>
      <p:sp>
        <p:nvSpPr>
          <p:cNvPr id="35" name="Text 26"/>
          <p:cNvSpPr txBox="1"/>
          <p:nvPr/>
        </p:nvSpPr>
        <p:spPr>
          <a:xfrm>
            <a:off x="6172200" y="5056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— FINAL GRADE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8732520" y="4343400"/>
            <a:ext cx="2816352" cy="1051560"/>
          </a:xfrm>
          <a:prstGeom prst="roundRect">
            <a:avLst>
              <a:gd name="adj" fmla="val 8696"/>
            </a:avLst>
          </a:prstGeom>
          <a:solidFill>
            <a:srgbClr val="0E2C50"/>
          </a:solidFill>
          <a:ln/>
        </p:spPr>
      </p:sp>
      <p:pic>
        <p:nvPicPr>
          <p:cNvPr id="37" name="Image 7" descr="/home/claude/ds_intern_pptx/icons/gra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9528" y="4471416"/>
            <a:ext cx="402336" cy="402336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823960" y="48920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entry-level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roles</a:t>
            </a:r>
            <a:endParaRPr lang="en-US" sz="1050" dirty="0"/>
          </a:p>
        </p:txBody>
      </p:sp>
      <p:sp>
        <p:nvSpPr>
          <p:cNvPr id="39" name="Text 29"/>
          <p:cNvSpPr txBox="1"/>
          <p:nvPr/>
        </p:nvSpPr>
        <p:spPr>
          <a:xfrm>
            <a:off x="640080" y="56235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internship strengthened my practical foundation in Data Science and prepared me for future academic projects and entry-level data-focused roles.”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2026-08-30T11:28:31Z</dcterms:created>
  <dcterms:modified xsi:type="dcterms:W3CDTF">2026-08-30T11:28:31Z</dcterms:modified>
</cp:coreProperties>
</file>